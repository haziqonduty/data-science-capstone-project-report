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28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IBM Applied Data Science Capstone  |  SpaceX Falcon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Objective: predict whether the Falcon 9 first stage will land successfully.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Data sources: SpaceX REST API and historical launch-record web scraping.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Workflow: data wrangling → EDA → SQL → Folium → Plotly Dash → classification.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Dataset: 90 Falcon 9 launch records, 3 launch sites, 11 orbit types.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Best model: Decision Tree — 80.6% cross-validated accuracy, 66.7% held-out test accuracy (n=18).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Key result: flight experience, payload mass and orbit type are the strongest predictors of landing success.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28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IBM Applied Data Science Capstone  |  SpaceX Falcon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Introduction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SpaceX reduced launch cost substantially through first-stage reusability.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For a competing launch provider, predicting first-stage recovery supports cost and mission planning.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Research question: can public launch characteristics predict first-stage landing success?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Key variables: payload mass, orbit, launch site, flight number, booster reuse and landing outcome.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Problem framing: binary classification — Class 1 = successful landing; Class 0 = unsuccessful / not recovered.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28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IBM Applied Data Science Capstone  |  SpaceX Falcon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Methodology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6583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1. Collect launch records from the SpaceX REST API.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2. Web-scrape Falcon 9 / Falcon Heavy historical launch tables.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3. Clean missing values and create a binary landing-success label.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4. Explore patterns with Pandas, Matplotlib and SQL.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5. Build interactive geospatial and dashboard visualizations.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6. One-hot encode categorical features and standardize model inputs.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7. Tune Logistic Regression, SVM, Decision Tree and KNN with 5-fold GridSearchCV.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0664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Tools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06640" y="15544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Python · Pandas · NumPy · BeautifulSoup · SQLite · Folium · Plotly Dash · scikit-learn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28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IBM Applied Data Science Capstone  |  SpaceX Falcon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Data Collection — SpaceX API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1206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GET requests retrieve launch history and associated rocket, payload, core and launch-site data.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Flow: GET /v4/launches → parse JSON → join rocket/launchpad/payload lookups → DataFrame.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Dataset filtered to Falcon 9 launches for consistent first-stage analysis.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Core fields: booster version, payload mass, orbit, launch site, landing outcome, reuse count, coordinates.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Result: 90 Falcon 9 records, 13 principal fields before the Class label.</a:t>
            </a:r>
            <a:endParaRPr lang="en-US" sz="1400" dirty="0"/>
          </a:p>
        </p:txBody>
      </p:sp>
      <p:pic>
        <p:nvPicPr>
          <p:cNvPr id="6" name="Image 0" descr="/home/claude/capstone/charts/flight_vs_pay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143000"/>
            <a:ext cx="5760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28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IBM Applied Data Science Capstone  |  SpaceX Falcon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Data Collection — Web Scraping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1206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BeautifulSoup parses historical Falcon 9 / Falcon Heavy launch tables from Wikipedia.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Flow: fetch page HTML → locate wikitable → iterate rows → extract date, site, payload, orbit, outcome.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Row-by-row parsing handles footnote references and inconsistent table formatting.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Scraped records provide an independent source for cross-checking the API dataset.</a:t>
            </a:r>
            <a:endParaRPr lang="en-US" sz="1400" dirty="0"/>
          </a:p>
        </p:txBody>
      </p:sp>
      <p:pic>
        <p:nvPicPr>
          <p:cNvPr id="6" name="Image 0" descr="/home/claude/capstone/charts/orbi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143000"/>
            <a:ext cx="5760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28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IBM Applied Data Science Capstone  |  SpaceX Falcon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Data Wrangling &amp; Processing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1206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Falcon 1 records removed; Falcon 9 records retained.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Missing payload-mass values imputed with the column mean.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Missing LandingPad values retained — they represent genuine ocean / no-pad outcomes.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Outcome converted to Class: 1 for successful landing, 0 otherwise.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Categorical variables one-hot encoded for modeling.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Feature-engineered dataset: 90 observations, expands to 20+ numeric features after encoding.</a:t>
            </a:r>
            <a:endParaRPr lang="en-US" sz="1400" dirty="0"/>
          </a:p>
        </p:txBody>
      </p:sp>
      <p:pic>
        <p:nvPicPr>
          <p:cNvPr id="6" name="Image 0" descr="/home/claude/capstone/charts/outco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143000"/>
            <a:ext cx="5760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28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IBM Applied Data Science Capstone  |  SpaceX Falcon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EDA with Data Visualization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1206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Launch activity concentrated at CCAFS SLC 40 (55), then KSC LC 39A (22) and VAFB SLC 4E (13).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GTO is the most frequent orbit (27), followed by ISS (21) and VLEO (14).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Early flights contain most unsuccessful landings; success improves strongly with flight experience.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Lower-to-moderate payloads generally show more successful recoveries; GTO is the hardest orbit to recover from.</a:t>
            </a:r>
            <a:endParaRPr lang="en-US" sz="1400" dirty="0"/>
          </a:p>
        </p:txBody>
      </p:sp>
      <p:pic>
        <p:nvPicPr>
          <p:cNvPr id="6" name="Image 0" descr="/home/claude/capstone/charts/launches_by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143000"/>
            <a:ext cx="2926080" cy="2377440"/>
          </a:xfrm>
          <a:prstGeom prst="rect">
            <a:avLst/>
          </a:prstGeom>
        </p:spPr>
      </p:pic>
      <p:pic>
        <p:nvPicPr>
          <p:cNvPr id="7" name="Image 1" descr="/home/claude/capstone/charts/yearly_tr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143000"/>
            <a:ext cx="292608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28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IBM Applied Data Science Capstone  |  SpaceX Falcon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EDA with SQL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1206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SQLite loads the launch table; 7 analytical queries drive this section.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Distinct launch sites: CCAFS SLC 40, KSC LC 39A, VAFB SLC 4E.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NASA (CRS) total payload: 128,115 kg.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Average payload for Block 5 boosters: 6,486 kg.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First successful landing on record: 2010-01-08 (dataset start).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60720" y="1280160"/>
            <a:ext cx="5760720" cy="1371600"/>
          </a:xfrm>
          <a:prstGeom prst="rect">
            <a:avLst/>
          </a:prstGeom>
          <a:solidFill>
            <a:srgbClr val="121B2E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SUM(PayloadMass)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SPACEXTABLE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Customer = 'NASA (CRS)';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2743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Example query — full query set in the SQL notebook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28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IBM Applied Data Science Capstone  |  SpaceX Falcon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Interactive Visual Analytics — Folium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1206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Interactive map marks all three Falcon 9 launch sites using latitude/longitude.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MarkerCluster groups nearby records for exploration at different zoom levels.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Proximity circles/lines relate each pad to the coastline and nearby infrastructure.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Finding: all three sites are coastal, consistent with safety corridors for launch and stage recovery.</a:t>
            </a:r>
            <a:endParaRPr lang="en-US" sz="1400" dirty="0"/>
          </a:p>
        </p:txBody>
      </p:sp>
      <p:pic>
        <p:nvPicPr>
          <p:cNvPr id="6" name="Image 0" descr="/home/claude/capstone/charts/map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143000"/>
            <a:ext cx="594360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0" y="5349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Static geographic preview — generate the live interactive version with folium_map.py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28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IBM Applied Data Science Capstone  |  SpaceX Falcon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Interactive Visual Analytics — Plotly Dash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1206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Dashboard controls: launch-site dropdown and payload-mass range slider.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Pie chart updates live to show landing-outcome distribution for the current selection.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Scatter plot relates payload mass, flight number and landing outcome.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Callbacks make every chart respond to the user's site and payload-range choice.</a:t>
            </a:r>
            <a:endParaRPr lang="en-US" sz="1400" dirty="0"/>
          </a:p>
        </p:txBody>
      </p:sp>
      <p:pic>
        <p:nvPicPr>
          <p:cNvPr id="6" name="Image 0" descr="/home/claude/capstone/charts/dash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71600"/>
            <a:ext cx="603504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0" y="44805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Static composite preview — generate the live app with dash_app.py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28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IBM Applied Data Science Capstone  |  SpaceX Falcon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Required EDA 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1206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Flight number vs payload mass: later flights show a much stronger landing-success pattern.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Payload vs launch site: distributions differ by site; VAFB historically carries lighter payloads.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Success rate vs orbit: ES-L1, GEO, HEO and SSO show the strongest rates; GTO is comparatively difficult.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Flight number vs orbit: LEO success improves visibly with flight experience.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Yearly trend: landing reliability rises markedly across the dataset's history.</a:t>
            </a:r>
            <a:endParaRPr lang="en-US" sz="1400" dirty="0"/>
          </a:p>
        </p:txBody>
      </p:sp>
      <p:pic>
        <p:nvPicPr>
          <p:cNvPr id="6" name="Image 0" descr="/home/claude/capstone/charts/payload_vs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143000"/>
            <a:ext cx="2926080" cy="2377440"/>
          </a:xfrm>
          <a:prstGeom prst="rect">
            <a:avLst/>
          </a:prstGeom>
        </p:spPr>
      </p:pic>
      <p:pic>
        <p:nvPicPr>
          <p:cNvPr id="7" name="Image 1" descr="/home/claude/capstone/charts/success_by_orb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143000"/>
            <a:ext cx="292608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28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IBM Applied Data Science Capstone  |  SpaceX Falcon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SQL Results — Launch Analytics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4389120"/>
        </p:xfrm>
        <a:graphic>
          <a:graphicData uri="http://schemas.openxmlformats.org/drawingml/2006/table">
            <a:tbl>
              <a:tblPr/>
              <a:tblGrid>
                <a:gridCol w="2377440"/>
                <a:gridCol w="6126480"/>
                <a:gridCol w="27432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Query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SQL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NASA (CRS) total payload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SUM(PayloadMass) WHERE Customer='NASA (CRS)'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128,115 kg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Avg. payload, Block 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AVG(PayloadMass) WHERE Block=5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6,486 kg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First successful landing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MIN(Date) WHERE Outcome LIKE 'True%'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2010-01-08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Drone-ship landings, 4–6k kg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WHERE Outcome='True ASDS' AND PayloadMass BETWEEN 4000 AND 6000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12 boosters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Success vs failure split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GROUP BY (Outcome LIKE 'True%')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60 success / 30 failure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28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IBM Applied Data Science Capstone  |  SpaceX Falcon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Folium Map — Launch Markers &amp; Proximity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1206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CCAFS SLC 40 — 55 launches.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KSC LC 39A — 22 launches.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VAFB SLC 4E — 13 launches.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Live map uses OpenStreetMap tiles, clustered markers and proximity circles (see folium_map.py).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Geospatial context: all three sites are coastal, positioned for controlled flight corridors.</a:t>
            </a:r>
            <a:endParaRPr lang="en-US" sz="1400" dirty="0"/>
          </a:p>
        </p:txBody>
      </p:sp>
      <p:pic>
        <p:nvPicPr>
          <p:cNvPr id="6" name="Image 0" descr="/home/claude/capstone/charts/map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143000"/>
            <a:ext cx="59436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28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IBM Applied Data Science Capstone  |  SpaceX Falcon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Plotly Dash — Payload &amp; Outcome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1206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Site dropdown filters the dashboard to an individual launch facility or all sites.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Payload-range slider filters missions from 0–16,000 kg.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Pie chart summarizes landing outcomes for the current selection.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Scatter plot reveals how payload mass and flight history relate to landing outcome.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Turns the static EDA into an interactive decision-support interface (see dash_app.py).</a:t>
            </a:r>
            <a:endParaRPr lang="en-US" sz="1400" dirty="0"/>
          </a:p>
        </p:txBody>
      </p:sp>
      <p:pic>
        <p:nvPicPr>
          <p:cNvPr id="6" name="Image 0" descr="/home/claude/capstone/charts/dash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71600"/>
            <a:ext cx="603504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28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IBM Applied Data Science Capstone  |  SpaceX Falcon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Predictive Analysis — Classification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1206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Train/test split: 80/20, stratified, 18 held-out test records.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Pre-processing: StandardScaler + one-hot encoded features.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Models tuned with 5-fold GridSearchCV: Logistic Regression, SVM, Decision Tree, KNN.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Decision Tree wins on both metrics: 80.6% CV accuracy and 66.7% test accuracy (max_depth=2).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With only 18 test records each sample is ~5.5% of accuracy — Decision Tree's CV lead is the deciding factor, not the test set alone.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Confusion matrix (Decision Tree): TN=7, FP=1, FN=5, TP=5.</a:t>
            </a:r>
            <a:endParaRPr lang="en-US" sz="1300" dirty="0"/>
          </a:p>
        </p:txBody>
      </p:sp>
      <p:pic>
        <p:nvPicPr>
          <p:cNvPr id="6" name="Image 0" descr="/home/claude/capstone/charts/model_accur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143000"/>
            <a:ext cx="2926080" cy="2468880"/>
          </a:xfrm>
          <a:prstGeom prst="rect">
            <a:avLst/>
          </a:prstGeom>
        </p:spPr>
      </p:pic>
      <p:pic>
        <p:nvPicPr>
          <p:cNvPr id="7" name="Image 1" descr="/home/claude/capstone/charts/confusion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143000"/>
            <a:ext cx="29260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28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IBM Applied Data Science Capstone  |  SpaceX Falcon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Best model: Decision Tree (max_depth=2) — selected on cross-validated accuracy (80.6%), with the test-set tie among models expected given only 18 held-out records.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Landing success rises sharply with flight number, reflecting SpaceX's iterative hardware and procedure improvements over time.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Payload mass and orbit type matter: GTO missions are consistently the hardest to recover; ES-L1, GEO, HEO and SSO show the strongest success rates.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Business takeaway: a competing launch provider could use payload, orbit, site and reuse count as an early cost-planning signal before committing to a bid.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Limitation: the 90-record dataset caps precision — a larger sample or contract-level telemetry would likely separate the currently tied models further.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</a:rPr>
              <a:t>Creative extension: combining this classifier with real-time weather and drone-ship telemetry could turn it into a pre-launch go/no-go support tool.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2026-08-15T12:27:32Z</dcterms:created>
  <dcterms:modified xsi:type="dcterms:W3CDTF">2026-08-15T12:27:32Z</dcterms:modified>
</cp:coreProperties>
</file>